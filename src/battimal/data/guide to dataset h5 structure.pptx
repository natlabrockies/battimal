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6102-B061-E8BB-098D-B578B375D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F918A-93A9-4CE8-2E68-D632EFCDA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6F138-8AA6-E77B-D84C-573B0A23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0F6F-4373-8A74-F5E6-79C3083EB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B1207-38D3-D721-046D-F3E83373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1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8AB33-B98B-73BC-24E7-42368314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D0797-2DE3-56A6-D800-92F300EE9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AE27-6668-4274-8F04-091A65FB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62B21-E90C-E68A-8F1F-507752A1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B43A2-C71A-3BE5-971C-35B9C9AA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5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F0EC-DB9C-B8A5-552A-A3C3758C0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72121-A6D7-CEA0-0B57-96723243E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1002-0DCC-AE49-74A6-CF8BFC98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1374-7DB7-0DFE-3C61-417D1084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E31E6-3B26-6A57-9ADD-5BCAC376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2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00DF-680E-C6B6-C1F2-D7A18C6C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C6F6A-1E9B-B066-D1B7-B968B66BD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96F82-72C6-37BD-A5E0-403DBD8B8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F23AB-1A69-425C-211A-1D2227AC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4B27D-3292-28AD-4F50-31D5EE8C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B2D32-58E9-199C-2E32-C6212BD5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1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86FA-7CC8-3FF2-19A8-6AE154BA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FB459-14B0-DD83-628E-85A64C67F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20B54-3025-C384-558A-0322A393B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3FD03-A577-8145-AE64-646226861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6D2C6-E3A4-6D1F-7D22-EAFE314DB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349B9-5BC3-3CB8-3652-AB0CF27B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FFA8B-E9B4-E4CB-4ADD-06C5D36F1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584D9-4434-1FCB-E692-3C392C7B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3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2C20-BF49-B414-8D2B-AE57E432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7D0B2-FE98-7D03-2172-D509CD43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5930D-C581-BB8E-BA10-8731C479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298CD-9D05-0E66-6680-CECF7A56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7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489C3-AAE3-ECF0-FAB9-5A512F54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B524F-FF7F-EE1A-9F06-EF783B7B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F0397-0DA2-38A8-6E58-CAFB3F23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87EF-5A28-41B6-B0DF-F1E0B2AE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E49D4-C769-9369-B897-741711780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F567E-D97B-3C27-CA40-FCE2551FA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D4E8E-43C9-8FFF-82D1-C1C72F7D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FCF00-985B-3F2B-7F45-21C590D0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081B7-CCD5-86E0-7E7B-74E164DE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2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37D6-AA72-4DE8-9C8A-93E7D697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C6FDF-0730-A5B0-558A-0F456C8F2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15FC5-DE8E-8C78-1068-4420A5297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93D82-A007-5787-1617-1DAA10F4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C17ED-30BC-FB36-A41B-F5469318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14968-3D1A-946A-CEEE-2EA3CABA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5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6322-0290-5645-322A-15B66FC1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7C2D1-BD9F-6C96-8E9A-716766410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D19E-9623-F858-C6C1-92DB312C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D9352-8C5C-3AC2-6BED-1E0ED188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D4513-2F31-87B6-6B7A-94EE3679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1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CE156-CBB0-61FC-FB1C-5A3653E37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BF847-07A1-32A4-D102-EA4D935A7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8C729-EE2D-B448-B5F7-3DD05952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54D3D-98A3-BB7E-26B5-4CF9E2BA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8D84C-84D2-A4C3-40B3-E3214A52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2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C4333-EDA0-07FA-F423-1F011BD3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504EA-7F51-27CD-1DAF-7A4B3AC79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A7EEE-BFFC-EAA3-3E0C-C9B4E1ABD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A0796-C8E5-4A3B-A5F1-0AB926A29613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E24F4-CBED-F6EB-38F2-70F85394C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0C37-73D5-5533-172D-206CA7B6D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49816-2654-4646-B33F-896EDE76A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C0EA7FB9-5377-F174-7C7A-327A075A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52" y="587598"/>
            <a:ext cx="6525536" cy="590632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331EBA1-97A5-97F5-4039-121BE1018892}"/>
              </a:ext>
            </a:extLst>
          </p:cNvPr>
          <p:cNvCxnSpPr/>
          <p:nvPr/>
        </p:nvCxnSpPr>
        <p:spPr>
          <a:xfrm flipH="1">
            <a:off x="2753360" y="731520"/>
            <a:ext cx="473456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4E8D0-9751-943B-586D-9A5555D631B8}"/>
              </a:ext>
            </a:extLst>
          </p:cNvPr>
          <p:cNvSpPr txBox="1"/>
          <p:nvPr/>
        </p:nvSpPr>
        <p:spPr>
          <a:xfrm>
            <a:off x="7487920" y="546854"/>
            <a:ext cx="4646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</a:t>
            </a:r>
            <a:r>
              <a:rPr lang="en-US" dirty="0" err="1"/>
              <a:t>cell_extracts</a:t>
            </a:r>
            <a:r>
              <a:rPr lang="en-US" dirty="0"/>
              <a:t>’ = Targets, like ‘weeks to failure’</a:t>
            </a:r>
          </a:p>
          <a:p>
            <a:r>
              <a:rPr lang="en-US" dirty="0"/>
              <a:t>    in a </a:t>
            </a:r>
            <a:r>
              <a:rPr lang="en-US" dirty="0" err="1"/>
              <a:t>dataframe</a:t>
            </a:r>
            <a:r>
              <a:rPr lang="en-US" dirty="0"/>
              <a:t> with 1 column, indexed by</a:t>
            </a:r>
          </a:p>
          <a:p>
            <a:r>
              <a:rPr lang="en-US" dirty="0"/>
              <a:t>     the extract name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0155349-F0F7-62A0-0F52-6FD382AE8BBC}"/>
              </a:ext>
            </a:extLst>
          </p:cNvPr>
          <p:cNvCxnSpPr>
            <a:cxnSpLocks/>
          </p:cNvCxnSpPr>
          <p:nvPr/>
        </p:nvCxnSpPr>
        <p:spPr>
          <a:xfrm flipH="1">
            <a:off x="3911600" y="2174240"/>
            <a:ext cx="364744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ACA93AC-C12B-4261-E33E-6A018D5D8432}"/>
              </a:ext>
            </a:extLst>
          </p:cNvPr>
          <p:cNvSpPr txBox="1"/>
          <p:nvPr/>
        </p:nvSpPr>
        <p:spPr>
          <a:xfrm>
            <a:off x="7559040" y="1989574"/>
            <a:ext cx="4364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‘measurements’ = </a:t>
            </a:r>
          </a:p>
          <a:p>
            <a:r>
              <a:rPr lang="en-US" dirty="0"/>
              <a:t>         </a:t>
            </a:r>
            <a:r>
              <a:rPr lang="en-US" dirty="0" err="1"/>
              <a:t>Dataframes</a:t>
            </a:r>
            <a:r>
              <a:rPr lang="en-US" dirty="0"/>
              <a:t> of raw measurement data</a:t>
            </a:r>
          </a:p>
          <a:p>
            <a:r>
              <a:rPr lang="en-US" dirty="0"/>
              <a:t>         (current, voltage, time, step #, ….)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FAF062-47B7-DAB1-84D8-B29B15FDD0B4}"/>
              </a:ext>
            </a:extLst>
          </p:cNvPr>
          <p:cNvCxnSpPr>
            <a:cxnSpLocks/>
          </p:cNvCxnSpPr>
          <p:nvPr/>
        </p:nvCxnSpPr>
        <p:spPr>
          <a:xfrm flipH="1">
            <a:off x="5180304" y="4100731"/>
            <a:ext cx="23076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B6FD61D-9A86-7D6A-2BC5-AB5D715217F2}"/>
              </a:ext>
            </a:extLst>
          </p:cNvPr>
          <p:cNvSpPr txBox="1"/>
          <p:nvPr/>
        </p:nvSpPr>
        <p:spPr>
          <a:xfrm>
            <a:off x="7487920" y="3186609"/>
            <a:ext cx="43517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</a:t>
            </a:r>
            <a:r>
              <a:rPr lang="en-US" dirty="0" err="1"/>
              <a:t>measurement_metadata</a:t>
            </a:r>
            <a:r>
              <a:rPr lang="en-US" dirty="0"/>
              <a:t>’ = </a:t>
            </a:r>
          </a:p>
          <a:p>
            <a:r>
              <a:rPr lang="en-US" dirty="0"/>
              <a:t>      chronological variables (time of each</a:t>
            </a:r>
          </a:p>
          <a:p>
            <a:r>
              <a:rPr lang="en-US" dirty="0"/>
              <a:t>       measurement, cycle count, ….) AND</a:t>
            </a:r>
          </a:p>
          <a:p>
            <a:r>
              <a:rPr lang="en-US" dirty="0"/>
              <a:t>       a list of the measurement types ([‘RPT’,</a:t>
            </a:r>
          </a:p>
          <a:p>
            <a:r>
              <a:rPr lang="en-US" dirty="0"/>
              <a:t>       ‘Aging cycle’, ‘Aging cycle’, ‘RPT’, …])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78F070-9EDF-49DA-BB3B-30A51505A3E7}"/>
              </a:ext>
            </a:extLst>
          </p:cNvPr>
          <p:cNvCxnSpPr>
            <a:cxnSpLocks/>
          </p:cNvCxnSpPr>
          <p:nvPr/>
        </p:nvCxnSpPr>
        <p:spPr>
          <a:xfrm flipH="1">
            <a:off x="4177585" y="5040194"/>
            <a:ext cx="338145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120037B-872B-7040-9447-113EB0D33A81}"/>
              </a:ext>
            </a:extLst>
          </p:cNvPr>
          <p:cNvSpPr txBox="1"/>
          <p:nvPr/>
        </p:nvSpPr>
        <p:spPr>
          <a:xfrm>
            <a:off x="7701747" y="4743768"/>
            <a:ext cx="45656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</a:t>
            </a:r>
            <a:r>
              <a:rPr lang="en-US" dirty="0" err="1"/>
              <a:t>measurement_extracts</a:t>
            </a:r>
            <a:r>
              <a:rPr lang="en-US" dirty="0"/>
              <a:t>/</a:t>
            </a:r>
            <a:r>
              <a:rPr lang="en-US" dirty="0" err="1"/>
              <a:t>dataframe</a:t>
            </a:r>
            <a:r>
              <a:rPr lang="en-US" dirty="0"/>
              <a:t>’ = </a:t>
            </a:r>
          </a:p>
          <a:p>
            <a:r>
              <a:rPr lang="en-US" dirty="0"/>
              <a:t>     all low-dimensional extracts (discharge</a:t>
            </a:r>
          </a:p>
          <a:p>
            <a:r>
              <a:rPr lang="en-US" dirty="0"/>
              <a:t>     capacity at cycle [1,2,3,…]) in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     of shape </a:t>
            </a:r>
            <a:r>
              <a:rPr lang="en-US" b="1" dirty="0"/>
              <a:t>M</a:t>
            </a:r>
            <a:r>
              <a:rPr lang="en-US" dirty="0"/>
              <a:t> measurements x </a:t>
            </a:r>
            <a:r>
              <a:rPr lang="en-US" b="1" dirty="0"/>
              <a:t>N</a:t>
            </a:r>
            <a:r>
              <a:rPr lang="en-US" dirty="0"/>
              <a:t> extracts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B0202F-0FF3-4DD1-0EB3-BC76A610512C}"/>
              </a:ext>
            </a:extLst>
          </p:cNvPr>
          <p:cNvCxnSpPr>
            <a:cxnSpLocks/>
          </p:cNvCxnSpPr>
          <p:nvPr/>
        </p:nvCxnSpPr>
        <p:spPr>
          <a:xfrm flipH="1">
            <a:off x="6606292" y="6208594"/>
            <a:ext cx="109545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1379177-441E-AD30-15FF-72EEDA2C4787}"/>
              </a:ext>
            </a:extLst>
          </p:cNvPr>
          <p:cNvSpPr txBox="1"/>
          <p:nvPr/>
        </p:nvSpPr>
        <p:spPr>
          <a:xfrm>
            <a:off x="7844454" y="5885428"/>
            <a:ext cx="4565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‘</a:t>
            </a:r>
            <a:r>
              <a:rPr lang="en-US" dirty="0" err="1"/>
              <a:t>measurement_extracts</a:t>
            </a:r>
            <a:r>
              <a:rPr lang="en-US" dirty="0"/>
              <a:t>/…’ = high</a:t>
            </a:r>
          </a:p>
          <a:p>
            <a:r>
              <a:rPr lang="en-US" dirty="0"/>
              <a:t>   dimensional extracts (delta QV curves, …)</a:t>
            </a:r>
          </a:p>
          <a:p>
            <a:r>
              <a:rPr lang="en-US" dirty="0"/>
              <a:t>   in a </a:t>
            </a:r>
            <a:r>
              <a:rPr lang="en-US" dirty="0" err="1"/>
              <a:t>dataframe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DBC8-5A5C-4819-2F97-3E08E878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Object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68639-4072-CB59-1781-563DEC85B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 err="1"/>
              <a:t>BatteryData</a:t>
            </a:r>
            <a:r>
              <a:rPr lang="en-US" sz="1400" dirty="0"/>
              <a:t> object</a:t>
            </a:r>
          </a:p>
          <a:p>
            <a:pPr lvl="1"/>
            <a:r>
              <a:rPr lang="en-US" sz="1400" dirty="0"/>
              <a:t>metadata (dictionary)</a:t>
            </a:r>
          </a:p>
          <a:p>
            <a:pPr lvl="1"/>
            <a:r>
              <a:rPr lang="en-US" sz="1400" dirty="0" err="1"/>
              <a:t>battery_data</a:t>
            </a:r>
            <a:r>
              <a:rPr lang="en-US" sz="1400" dirty="0"/>
              <a:t> (list of </a:t>
            </a:r>
            <a:r>
              <a:rPr lang="en-US" sz="1400" dirty="0" err="1"/>
              <a:t>CellData</a:t>
            </a:r>
            <a:r>
              <a:rPr lang="en-US" sz="1400" dirty="0"/>
              <a:t> objects)</a:t>
            </a:r>
          </a:p>
          <a:p>
            <a:pPr lvl="2"/>
            <a:r>
              <a:rPr lang="en-US" sz="1400" dirty="0" err="1"/>
              <a:t>cell_metadata</a:t>
            </a:r>
            <a:endParaRPr lang="en-US" sz="1400" dirty="0"/>
          </a:p>
          <a:p>
            <a:pPr lvl="2"/>
            <a:r>
              <a:rPr lang="en-US" sz="1400" dirty="0"/>
              <a:t>measurements (list of </a:t>
            </a:r>
            <a:r>
              <a:rPr lang="en-US" sz="1400" dirty="0" err="1"/>
              <a:t>EchemMeasurement</a:t>
            </a:r>
            <a:r>
              <a:rPr lang="en-US" sz="1400" dirty="0"/>
              <a:t> objects)</a:t>
            </a:r>
          </a:p>
          <a:p>
            <a:pPr lvl="3"/>
            <a:r>
              <a:rPr lang="en-US" sz="1400" dirty="0"/>
              <a:t>extracts (dictionary)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0661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177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Dataset Object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Gasper, Paul</dc:creator>
  <cp:lastModifiedBy>Prakash, Nina</cp:lastModifiedBy>
  <cp:revision>22</cp:revision>
  <dcterms:created xsi:type="dcterms:W3CDTF">2025-07-03T16:18:28Z</dcterms:created>
  <dcterms:modified xsi:type="dcterms:W3CDTF">2025-07-10T21:41:33Z</dcterms:modified>
</cp:coreProperties>
</file>